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4F4F5"/>
                </a:solidFill>
              </a:defRPr>
            </a:pPr>
            <a:r>
              <a:t>CodeMap AI</a:t>
            </a:r>
          </a:p>
          <a:p>
            <a:pPr>
              <a:defRPr sz="2200">
                <a:solidFill>
                  <a:srgbClr val="2DD4BF"/>
                </a:solidFill>
              </a:defRPr>
            </a:pPr>
            <a:r>
              <a:t>An interactive, agentic codebase intelligence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2788920"/>
            <a:ext cx="2011680" cy="635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1A1AA"/>
                </a:solidFill>
              </a:defRPr>
            </a:pPr>
            <a:r>
              <a:t>Final Assignment — AI Agent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7"/>
            <a:ext cx="14630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Developers spend hours onboarding to unfamiliar codebases.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Manual exploration is slow: open file after file, trace imports, read docs.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IDEs and grep are great for one file, poor at the big-picture architecture.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We need a tool that parses a whole codebase, maps it, and answers questions in plain English.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</a:defRPr>
            </a:pPr>
            <a: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7"/>
            <a:ext cx="14630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Upload any local codebase (or clone a GitHub URL).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Parse it into an AST, build a dependency graph, and index it for semantic search.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Explore the result in an interactive force-directed graph.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Chat with an AI agent that reasons over the code, calls tools, and cites files and 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</a:defRPr>
            </a:pPr>
            <a:r>
              <a:t>Proposed Solution —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7"/>
            <a:ext cx="14630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71" y="1554480"/>
            <a:ext cx="7388352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2819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A1AA"/>
                </a:solidFill>
              </a:defRPr>
            </a:pPr>
            <a:r>
              <a:t>A graph-first workspace: typed dependencies, filters, and ranked hub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</a:defRPr>
            </a:pPr>
            <a:r>
              <a:t>How the AI Agent Works (ReAct loop)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7"/>
            <a:ext cx="14630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Reasoning — the agent reads the question and decides what it needs.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Thought — it plans the next step.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Action — it calls one of seven tools: search_codebase, get_file_content, find_definition, find_references, get_dependency_path, impact_analysis, generate_diagram.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Observation — it receives the tool result.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Answer — it synthesises a final, cited response.</a:t>
            </a:r>
          </a:p>
          <a:p>
            <a:pPr lvl="1">
              <a:spcAft>
                <a:spcPts val="1000"/>
              </a:spcAft>
              <a:defRPr sz="1400">
                <a:solidFill>
                  <a:srgbClr val="A1A1AA"/>
                </a:solidFill>
              </a:defRPr>
            </a:pPr>
            <a:r>
              <a:t>–  A live status line shows what it is doing; the answer follows.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</a:defRPr>
            </a:pPr>
            <a:r>
              <a:t>Graph Intelligence: Blast Radius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7"/>
            <a:ext cx="14630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Edges are typed: contains, import, call. Dependency metrics ignore containment, so they are honest.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Imports resolve for real — relative and absolute paths, packages, __init__, JS/TS extensions.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impact_analysis(node) walks the reverse-dependency closure: everything a change would touch.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The answer lists the affected files, and the graph lights up exactly those nodes.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Ask: "what breaks if I change crud.py?" — the agent narrates, the graph proves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</a:defRPr>
            </a:pPr>
            <a:r>
              <a:t>Architecture /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7"/>
            <a:ext cx="14630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Backend (FastAPI): tree-sitter parser → graph builder → chunker → ChromaDB → ReAct agent.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Parser extracts classes, functions and imports from 7 languages (Python, JS/TS, Java, Go, Rust, C/C++).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Graph builder produces file dependencies plus an entity-level call graph, with cycle detection and centrality.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RAG indexes AST-aware chunks with line numbers and retrieves with hybrid search (vector + BM25).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Frontend (Next.js): graph-first workspace — click a node to read its code, find any file, chat alongside.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</a:defRPr>
            </a:pPr>
            <a: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7"/>
            <a:ext cx="14630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Frontend: Next.js 16, React 19, Tailwind CSS v4, D3.js.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Backend: FastAPI, Python 3.12.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Parsing: tree-sitter (Python, JS/TS, Java, Go, Rust, C/C++).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Vector store: ChromaDB (embedded) with jina-embeddings-v2-base-code.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Retrieval: hybrid — embeddings + BM25, fused by reciprocal rank fusion.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LLM: any OpenAI-compatible endpoint — Groq, DeepSeek, or local LM Studio.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Resilience: automatic fallback provider when the primary is rate-limited.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</a:defRPr>
            </a:pPr>
            <a:r>
              <a:t>Tools / APIs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7"/>
            <a:ext cx="14630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Agent tools: search_codebase, get_file_content, find_definition, find_references, get_dependency_path, impact_analysis, generate_diagram.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/api/upload and /api/clone — index a local path or a git repository.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/api/graph and /api/graph/insights — nodes/links plus cycles and hub files.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/api/chat/stream — the ReAct agent chat stream (SSE).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/api/overview — LLM-generated architecture summary.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/api/export/markdown/{id} and /api/health.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7"/>
            <a:ext cx="14630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Open http://localhost:3000 and click Load Sample.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Explore the interactive graph: files, classes, functions, imports.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Click a node to read its code beside the graph; search finds any file.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Ask the chat: "What does this codebase do?"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HEADLINE: ask "what breaks if I change crud.py?" and watch the graph light up the blast radius.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Trace a path between two nodes: each hop shows the linking line, with Explain.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Export the architecture as Markdown.</a:t>
            </a:r>
          </a:p>
          <a:p>
            <a:pPr lvl="1">
              <a:spcAft>
                <a:spcPts val="1000"/>
              </a:spcAft>
              <a:defRPr sz="1400">
                <a:solidFill>
                  <a:srgbClr val="A1A1AA"/>
                </a:solidFill>
              </a:defRPr>
            </a:pPr>
            <a:r>
              <a:t>–  Presenting tip: verify the model with GET /api/health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</a:defRPr>
            </a:pPr>
            <a:r>
              <a:t>Demo — in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7"/>
            <a:ext cx="14630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-blast-rad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671" y="1554480"/>
            <a:ext cx="7388352" cy="4617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2819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1A1AA"/>
                </a:solidFill>
              </a:defRPr>
            </a:pPr>
            <a:r>
              <a:t>Blast radius: the agent lists what breaks, and the graph lights up exactly those nodes.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</a:defRPr>
            </a:pPr>
            <a:r>
              <a:t>Challenges &amp;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7"/>
            <a:ext cx="14630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Relative imports were silently dropped: `from . import x` is a relative_import node, not dotted_name, so the query never matched.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Containment edges polluted the graph — a file 'depended on' its own functions until edges were typed.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Local models emit tool calls as raw text, and providers reject unparseable calls; we filter and recover in steps.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Free tiers run out mid-session, so a fallback provider is configured and switched to automatically.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Answers rendered badly in a narrow panel: prompts now ask for tight bullets and never pipes inside tables.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4F5"/>
                </a:solidFill>
              </a:defRPr>
            </a:pPr>
            <a:r>
              <a:t>Future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07007"/>
            <a:ext cx="1463040" cy="508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Co-change analysis: files that always change together, from git history.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Project-level memory that survives across chat sessions.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Incremental re-indexing: re-parse only files that changed.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Review mode: point the agent at a git diff and get a code review.</a:t>
            </a:r>
          </a:p>
          <a:p>
            <a:pPr>
              <a:spcAft>
                <a:spcPts val="1000"/>
              </a:spcAft>
              <a:defRPr sz="1700">
                <a:solidFill>
                  <a:srgbClr val="F4F4F5"/>
                </a:solidFill>
              </a:defRPr>
            </a:pPr>
            <a:r>
              <a:t>•  More export formats: PNG/SVG graph, full PDF report.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4F4F5"/>
                </a:solidFill>
              </a:defRPr>
            </a:pPr>
            <a:r>
              <a:t>Thank you</a:t>
            </a:r>
          </a:p>
          <a:p>
            <a:pPr>
              <a:defRPr sz="2000">
                <a:solidFill>
                  <a:srgbClr val="2DD4BF"/>
                </a:solidFill>
              </a:defRPr>
            </a:pPr>
            <a:r>
              <a:t>CodeMap AI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